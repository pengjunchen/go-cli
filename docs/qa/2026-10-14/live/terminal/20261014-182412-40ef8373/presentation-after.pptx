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50000" y="500000"/>
            <a:ext cx="10900000" cy="11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 b="1">
                <a:solidFill>
                  <a:srgbClr val="17324D"/>
                </a:solidFill>
                <a:latin typeface="Arial"/>
              </a:rPr>
              <a:t>LIVE_REVIEW_E6A0DAEABA5F</a:t>
            </a:r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650000" y="2100000"/>
            <a:ext cx="109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400" b="0">
                <a:solidFill>
                  <a:srgbClr val="243746"/>
                </a:solidFill>
                <a:latin typeface="Arial"/>
              </a:rPr>
              <a:t>Synthetic QA briefing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650000" y="5700000"/>
            <a:ext cx="109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 b="0">
                <a:solidFill>
                  <a:srgbClr val="526575"/>
                </a:solidFill>
                <a:latin typeface="Arial"/>
              </a:rPr>
              <a:t>Synthetic QA inputs only - not product measurements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50000" y="500000"/>
            <a:ext cx="10900000" cy="11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 b="1">
                <a:solidFill>
                  <a:srgbClr val="17324D"/>
                </a:solidFill>
                <a:latin typeface="Arial"/>
              </a:rPr>
              <a:t>What Was Checked</a:t>
            </a:r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650000" y="2100000"/>
            <a:ext cx="109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400" b="0">
                <a:solidFill>
                  <a:srgbClr val="243746"/>
                </a:solidFill>
                <a:latin typeface="Arial"/>
              </a:rPr>
              <a:t>Synthetic checks completed: 50 of 100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650000" y="5700000"/>
            <a:ext cx="109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 b="0">
                <a:solidFill>
                  <a:srgbClr val="526575"/>
                </a:solidFill>
                <a:latin typeface="Arial"/>
              </a:rPr>
              <a:t>Synthetic QA inputs only - not product measurements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50000" y="500000"/>
            <a:ext cx="10900000" cy="11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 b="1">
                <a:solidFill>
                  <a:srgbClr val="17324D"/>
                </a:solidFill>
                <a:latin typeface="Arial"/>
              </a:rPr>
              <a:t>Tool Cycle and Retained Facts</a:t>
            </a:r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650000" y="2100000"/>
            <a:ext cx="109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400" b="0">
                <a:solidFill>
                  <a:srgbClr val="243746"/>
                </a:solidFill>
                <a:latin typeface="Arial"/>
              </a:rPr>
              <a:t>Synthetic median tool cycle: 3.2 seconds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650000" y="3100000"/>
            <a:ext cx="109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400" b="0">
                <a:solidFill>
                  <a:srgbClr val="243746"/>
                </a:solidFill>
                <a:latin typeface="Arial"/>
              </a:rPr>
              <a:t>Synthetic review facts retained: 7 of 10</a:t>
            </a:r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650000" y="5700000"/>
            <a:ext cx="109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 b="0">
                <a:solidFill>
                  <a:srgbClr val="526575"/>
                </a:solidFill>
                <a:latin typeface="Arial"/>
              </a:rPr>
              <a:t>Synthetic QA inputs only - not product measurements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50000" y="500000"/>
            <a:ext cx="10900000" cy="11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 b="1">
                <a:solidFill>
                  <a:srgbClr val="17324D"/>
                </a:solidFill>
                <a:latin typeface="Arial"/>
              </a:rPr>
              <a:t>Release Status</a:t>
            </a:r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650000" y="2100000"/>
            <a:ext cx="109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400" b="0">
                <a:solidFill>
                  <a:srgbClr val="243746"/>
                </a:solidFill>
                <a:latin typeface="Arial"/>
              </a:rPr>
              <a:t>Release status: REVISED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650000" y="5700000"/>
            <a:ext cx="109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 b="0">
                <a:solidFill>
                  <a:srgbClr val="526575"/>
                </a:solidFill>
                <a:latin typeface="Arial"/>
              </a:rPr>
              <a:t>Synthetic QA inputs only - not product measurements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in">
  <a:themeElements>
    <a:clrScheme name="Plain">
      <a:dk1>
        <a:srgbClr val="17324D"/>
      </a:dk1>
      <a:lt1>
        <a:srgbClr val="FFFFFF"/>
      </a:lt1>
      <a:dk2>
        <a:srgbClr val="243746"/>
      </a:dk2>
      <a:lt2>
        <a:srgbClr val="F7F9FC"/>
      </a:lt2>
      <a:accent1>
        <a:srgbClr val="246B99"/>
      </a:accent1>
      <a:accent2>
        <a:srgbClr val="408060"/>
      </a:accent2>
      <a:accent3>
        <a:srgbClr val="806040"/>
      </a:accent3>
      <a:accent4>
        <a:srgbClr val="604080"/>
      </a:accent4>
      <a:accent5>
        <a:srgbClr val="408080"/>
      </a:accent5>
      <a:accent6>
        <a:srgbClr val="808040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Plai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