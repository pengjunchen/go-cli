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LIVE_REVIEW_E6A0DAEABA5F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checks completed: 50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median tool cycle: 3.2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3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0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1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0">
                <a:solidFill>
                  <a:srgbClr val="243746"/>
                </a:solidFill>
                <a:latin typeface="Arial"/>
              </a:rPr>
              <a:t>Release status: INITIAL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70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7324D"/>
      </a:dk1>
      <a:lt1>
        <a:srgbClr val="FFFFFF"/>
      </a:lt1>
      <a:dk2>
        <a:srgbClr val="243746"/>
      </a:dk2>
      <a:lt2>
        <a:srgbClr val="F7F9FC"/>
      </a:lt2>
      <a:accent1>
        <a:srgbClr val="246B99"/>
      </a:accent1>
      <a:accent2>
        <a:srgbClr val="408060"/>
      </a:accent2>
      <a:accent3>
        <a:srgbClr val="806040"/>
      </a:accent3>
      <a:accent4>
        <a:srgbClr val="604080"/>
      </a:accent4>
      <a:accent5>
        <a:srgbClr val="408080"/>
      </a:accent5>
      <a:accent6>
        <a:srgbClr val="808040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