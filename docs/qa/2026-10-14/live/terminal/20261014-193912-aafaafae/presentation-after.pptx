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LIVE_REVIEW_3A6527E73296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QA briefing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What Was Checked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checks completed: 53 of 100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Tool Cycle and Retained Facts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median tool cycle: 3.1 seconds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265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Synthetic review facts retained: 7 of 10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00" y="500000"/>
            <a:ext cx="10900000" cy="9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solidFill>
                  <a:srgbClr val="142D4E"/>
                </a:solidFill>
                <a:latin typeface="Arial"/>
              </a:rPr>
              <a:t>Release Status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640000" y="1800000"/>
            <a:ext cx="1090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243B53"/>
                </a:solidFill>
                <a:latin typeface="Arial"/>
              </a:rPr>
              <a:t>Release status: REVISED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640000" y="6000000"/>
            <a:ext cx="10900000" cy="4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>
                <a:solidFill>
                  <a:srgbClr val="526579"/>
                </a:solidFill>
                <a:latin typeface="Arial"/>
              </a:rPr>
              <a:t>Synthetic QA inputs only - not product measurements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142D4E"/>
      </a:dk1>
      <a:lt1>
        <a:srgbClr val="FFFFFF"/>
      </a:lt1>
      <a:dk2>
        <a:srgbClr val="243B53"/>
      </a:dk2>
      <a:lt2>
        <a:srgbClr val="F5F7FA"/>
      </a:lt2>
      <a:accent1>
        <a:srgbClr val="146C94"/>
      </a:accent1>
      <a:accent2>
        <a:srgbClr val="287271"/>
      </a:accent2>
      <a:accent3>
        <a:srgbClr val="735D78"/>
      </a:accent3>
      <a:accent4>
        <a:srgbClr val="8B5E34"/>
      </a:accent4>
      <a:accent5>
        <a:srgbClr val="526579"/>
      </a:accent5>
      <a:accent6>
        <a:srgbClr val="427AA1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