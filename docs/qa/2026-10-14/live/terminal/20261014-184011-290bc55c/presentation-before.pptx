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48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>
                <a:solidFill>
                  <a:srgbClr val="16324F"/>
                </a:solidFill>
                <a:latin typeface="Arial"/>
              </a:rPr>
              <a:t>LIVE_REVIEW_DF0447F6240F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66928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0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48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>
                <a:solidFill>
                  <a:srgbClr val="16324F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Synthetic checks completed: 68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66928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0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48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>
                <a:solidFill>
                  <a:srgbClr val="16324F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Synthetic median tool cycle: 4.4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2834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Synthetic review facts retained: 10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85800" y="566928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0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85800" y="54864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000">
                <a:solidFill>
                  <a:srgbClr val="16324F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85800" y="182880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>
                <a:solidFill>
                  <a:srgbClr val="243746"/>
                </a:solidFill>
                <a:latin typeface="Arial"/>
              </a:rPr>
              <a:t>Release status: INITIAL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85800" y="5669280"/>
            <a:ext cx="10820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400">
                <a:solidFill>
                  <a:srgbClr val="526575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