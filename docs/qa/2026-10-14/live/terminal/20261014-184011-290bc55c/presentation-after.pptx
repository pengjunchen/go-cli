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LIVE_REVIEW_DF0447F6240F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checks completed: 68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median tool cycle: 4.4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834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review facts retained: 10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