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50000" y="550000"/>
            <a:ext cx="10900000" cy="1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>
                <a:solidFill>
                  <a:srgbClr val="17324D"/>
                </a:solidFill>
                <a:latin typeface="Arial"/>
              </a:rPr>
              <a:t>LIVE_REVIEW_E08CCC4BB0E4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50000" y="205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17324D"/>
                </a:solidFill>
                <a:latin typeface="Arial"/>
              </a:rPr>
              <a:t>Synthetic QA review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50000" y="595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>
                <a:solidFill>
                  <a:srgbClr val="17324D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50000" y="550000"/>
            <a:ext cx="10900000" cy="1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>
                <a:solidFill>
                  <a:srgbClr val="17324D"/>
                </a:solidFill>
                <a:latin typeface="Arial"/>
              </a:rPr>
              <a:t>What Was Checked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50000" y="205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17324D"/>
                </a:solidFill>
                <a:latin typeface="Arial"/>
              </a:rPr>
              <a:t>Synthetic checks completed: 59 of 100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50000" y="595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>
                <a:solidFill>
                  <a:srgbClr val="17324D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50000" y="550000"/>
            <a:ext cx="10900000" cy="1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>
                <a:solidFill>
                  <a:srgbClr val="17324D"/>
                </a:solidFill>
                <a:latin typeface="Arial"/>
              </a:rPr>
              <a:t>Tool Cycle and Retained Facts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50000" y="205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17324D"/>
                </a:solidFill>
                <a:latin typeface="Arial"/>
              </a:rPr>
              <a:t>Synthetic median tool cycle: 3.4 seconds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50000" y="305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17324D"/>
                </a:solidFill>
                <a:latin typeface="Arial"/>
              </a:rPr>
              <a:t>Synthetic review facts retained: 7 of 10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650000" y="595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>
                <a:solidFill>
                  <a:srgbClr val="17324D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50000" y="550000"/>
            <a:ext cx="10900000" cy="1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>
                <a:solidFill>
                  <a:srgbClr val="17324D"/>
                </a:solidFill>
                <a:latin typeface="Arial"/>
              </a:rPr>
              <a:t>Release Status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50000" y="2050000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17324D"/>
                </a:solidFill>
                <a:latin typeface="Arial"/>
              </a:rPr>
              <a:t>Release status: INITIAL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50000" y="595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>
                <a:solidFill>
                  <a:srgbClr val="17324D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