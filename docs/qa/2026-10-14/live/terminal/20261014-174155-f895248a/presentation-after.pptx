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LIVE_REVIEW_3A61DCA80B0C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checks completed: 66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median tool cycle: 2.3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971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4572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8354A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8354A"/>
                </a:solidFill>
                <a:latin typeface="Arial"/>
              </a:rPr>
              <a:t>Release status: REVISED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4864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8354A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