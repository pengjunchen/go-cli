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?xml version="1.0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8354A"/>
                </a:solidFill>
                <a:latin typeface="Arial"/>
              </a:rPr>
              <a:t>LIVE_REVIEW_3A61DCA80B0C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4864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8354A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8354A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Synthetic checks completed: 66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4864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8354A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8354A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Synthetic median tool cycle: 2.3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971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Synthetic review facts retained: 7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54864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8354A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8354A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Release status: INITIAL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4864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8354A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