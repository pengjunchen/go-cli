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LIVE_REVIEW_A18BD3BD0108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checks completed: 54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median tool cycle: 4.3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review facts retained: 8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40000" y="40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>
                <a:solidFill>
                  <a:srgbClr val="18324B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90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950000"/>
            <a:ext cx="10900000" cy="8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200">
                <a:solidFill>
                  <a:srgbClr val="18324B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