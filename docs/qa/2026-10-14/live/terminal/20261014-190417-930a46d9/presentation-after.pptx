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sldIdLst>
    <p:sldId id="256" r:id="rId1"/>
    <p:sldId id="257" r:id="rId2"/>
    <p:sldId id="258" r:id="rId3"/>
    <p:sldId id="259" r:id="rId4"/>
  </p:sldIdLst>
  <p:sldSz cx="12192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Master" Target="slideMasters/slideMaster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00" y="550000"/>
            <a:ext cx="109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>
                <a:solidFill>
                  <a:srgbClr val="18324B"/>
                </a:solidFill>
                <a:latin typeface="Arial"/>
              </a:rPr>
              <a:t>LIVE_REVIEW_A18BD3BD0108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40000" y="1900000"/>
            <a:ext cx="109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200">
                <a:solidFill>
                  <a:srgbClr val="18324B"/>
                </a:solidFill>
                <a:latin typeface="Arial"/>
              </a:rPr>
              <a:t>Synthetic QA briefing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40000" y="2950000"/>
            <a:ext cx="109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200">
                <a:solidFill>
                  <a:srgbClr val="18324B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00" y="550000"/>
            <a:ext cx="109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>
                <a:solidFill>
                  <a:srgbClr val="18324B"/>
                </a:solidFill>
                <a:latin typeface="Arial"/>
              </a:rPr>
              <a:t>What Was Checked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40000" y="1900000"/>
            <a:ext cx="109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200">
                <a:solidFill>
                  <a:srgbClr val="18324B"/>
                </a:solidFill>
                <a:latin typeface="Arial"/>
              </a:rPr>
              <a:t>Synthetic checks completed: 54 of 100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40000" y="2950000"/>
            <a:ext cx="109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200">
                <a:solidFill>
                  <a:srgbClr val="18324B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00" y="550000"/>
            <a:ext cx="109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>
                <a:solidFill>
                  <a:srgbClr val="18324B"/>
                </a:solidFill>
                <a:latin typeface="Arial"/>
              </a:rPr>
              <a:t>Tool Cycle and Retained Facts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40000" y="1900000"/>
            <a:ext cx="109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200">
                <a:solidFill>
                  <a:srgbClr val="18324B"/>
                </a:solidFill>
                <a:latin typeface="Arial"/>
              </a:rPr>
              <a:t>Synthetic median tool cycle: 4.3 seconds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40000" y="2950000"/>
            <a:ext cx="109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200">
                <a:solidFill>
                  <a:srgbClr val="18324B"/>
                </a:solidFill>
                <a:latin typeface="Arial"/>
              </a:rPr>
              <a:t>Synthetic review facts retained: 8 of 10</a:t>
            </a:r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640000" y="4000000"/>
            <a:ext cx="109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200">
                <a:solidFill>
                  <a:srgbClr val="18324B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00" y="550000"/>
            <a:ext cx="109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>
                <a:solidFill>
                  <a:srgbClr val="18324B"/>
                </a:solidFill>
                <a:latin typeface="Arial"/>
              </a:rPr>
              <a:t>Release Status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40000" y="1900000"/>
            <a:ext cx="109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200">
                <a:solidFill>
                  <a:srgbClr val="18324B"/>
                </a:solidFill>
                <a:latin typeface="Arial"/>
              </a:rPr>
              <a:t>Release status: REVISED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40000" y="2950000"/>
            <a:ext cx="109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200">
                <a:solidFill>
                  <a:srgbClr val="18324B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